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business workflows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reshapes how organisations design, execute, and monitor core processes</a:t>
            </a:r>
          </a:p>
          <a:p>
            <a:pPr/>
            <a:r>
              <a:t>Automation cuts manual effort when the right workflows are chosen first</a:t>
            </a:r>
          </a:p>
          <a:p>
            <a:pPr/>
            <a:r>
              <a:t>Structured AI integration avoids disrupting stable, working operations</a:t>
            </a:r>
          </a:p>
          <a:p>
            <a:pPr/>
            <a:r>
              <a:t>From triage to reporting — AI augments each layer of the workflow</a:t>
            </a:r>
          </a:p>
          <a:p>
            <a:pPr/>
            <a:r>
              <a:t>This deck outlines use cases, risks, and a practical rollout view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operational cost through targeted intelligent automation</a:t>
            </a:r>
          </a:p>
          <a:p>
            <a:pPr/>
            <a:r>
              <a:t>Fewer errors on repetitive, rule-heavy tasks</a:t>
            </a:r>
          </a:p>
          <a:p>
            <a:pPr/>
            <a:r>
              <a:t>Faster cycle times improve SLAs and customer outcomes</a:t>
            </a:r>
          </a:p>
          <a:p>
            <a:pPr/>
            <a:r>
              <a:t>Leaders gain clearer metrics on throughput and bottlenecks</a:t>
            </a:r>
          </a:p>
          <a:p>
            <a:pPr/>
            <a:r>
              <a:t>Modelled ROI before build separates pilots from production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adds beyond classic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NLP for documents, email, and unstructured text</a:t>
            </a:r>
          </a:p>
          <a:p>
            <a:pPr/>
            <a:r>
              <a:t>ML for forecasting, anomaly detection, and routing</a:t>
            </a:r>
          </a:p>
          <a:p>
            <a:pPr/>
            <a:r>
              <a:t>Generative AI for drafts, summaries, and decision support</a:t>
            </a:r>
          </a:p>
          <a:p>
            <a:pPr/>
            <a:r>
              <a:t>Orchestration across systems when rules alone break</a:t>
            </a:r>
          </a:p>
          <a:p>
            <a:pPr/>
            <a:r>
              <a:t>Human-in-the-loop where stakes and compliance require it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value shows up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Finance: invoices, reconciliation, and policy checks</a:t>
            </a:r>
          </a:p>
          <a:p>
            <a:pPr/>
            <a:r>
              <a:t>Operations: exceptions, scheduling, and service desks</a:t>
            </a:r>
          </a:p>
          <a:p>
            <a:pPr/>
            <a:r>
              <a:t>Sales and CRM: lead scoring, next-best action, pipeline hygiene</a:t>
            </a:r>
          </a:p>
          <a:p>
            <a:pPr/>
            <a:r>
              <a:t>HR: onboarding steps, case routing, and knowledge retrieval</a:t>
            </a:r>
          </a:p>
          <a:p>
            <a:pPr/>
            <a:r>
              <a:t>Risk and compliance: monitoring, logging, and audit trails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many initiatives stall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 problem chosen — noise reduced, P&amp;L unchanged</a:t>
            </a:r>
          </a:p>
          <a:p>
            <a:pPr/>
            <a:r>
              <a:t>Data quality and access gaps undermine model reliability</a:t>
            </a:r>
          </a:p>
          <a:p>
            <a:pPr/>
            <a:r>
              <a:t>No production plan: integration, monitoring, retraining</a:t>
            </a:r>
          </a:p>
          <a:p>
            <a:pPr/>
            <a:r>
              <a:t>Weak adoption: parallel manual processes persist</a:t>
            </a:r>
          </a:p>
          <a:p>
            <a:pPr/>
            <a:r>
              <a:t>Governance missing: approvals, escalation, and accountability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practical rollout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Discover: map workflows and measure baseline KPIs</a:t>
            </a:r>
          </a:p>
          <a:p>
            <a:pPr/>
            <a:r>
              <a:t>Define: pick one measurable use case and success criteria</a:t>
            </a:r>
          </a:p>
          <a:p>
            <a:pPr/>
            <a:r>
              <a:t>Develop: integrate to live systems with guardrails</a:t>
            </a:r>
          </a:p>
          <a:p>
            <a:pPr/>
            <a:r>
              <a:t>Deliver: monitor drift, retrain, and scale what works</a:t>
            </a:r>
          </a:p>
          <a:p>
            <a:pPr/>
            <a:r>
              <a:t>SipraHub: strategy and engineering aligned end to end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 leadership on one high-impact workflow</a:t>
            </a:r>
          </a:p>
          <a:p>
            <a:pPr/>
            <a:r>
              <a:t>Run a short discovery and data readiness review</a:t>
            </a:r>
          </a:p>
          <a:p>
            <a:pPr/>
            <a:r>
              <a:t>Pilot with clear KPIs and a production checkpoint</a:t>
            </a:r>
          </a:p>
          <a:p>
            <a:pPr/>
            <a:r>
              <a:t>Scale only after adoption and monitoring are proven</a:t>
            </a:r>
          </a:p>
          <a:p>
            <a:pPr/>
            <a:r>
              <a:t>Contact SipraHub to structure your AI workflow programme</a:t>
            </a:r>
          </a:p>
        </p:txBody>
      </p:sp>
      <p:pic>
        <p:nvPicPr>
          <p:cNvPr id="4" name="Picture 3" descr="siprahu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914400" cy="2647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