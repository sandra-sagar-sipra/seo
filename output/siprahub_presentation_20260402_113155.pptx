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business workflows: where the real ROI actually hides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companies automate the wrong thing first.</a:t>
            </a:r>
          </a:p>
          <a:p>
            <a:pPr/>
            <a:r>
              <a:t>They pick the process that generates the most complaints — the invoice pile, the Friday report, the overflowing customer inbox — and spend £40,000 building AI to solve it.</a:t>
            </a:r>
          </a:p>
          <a:p>
            <a:pPr/>
            <a:r>
              <a:t>Six months later, the automation exists.</a:t>
            </a:r>
          </a:p>
          <a:p>
            <a:pPr/>
            <a:r>
              <a:t>The business impact doesn't.</a:t>
            </a:r>
          </a:p>
          <a:p>
            <a:pPr/>
            <a:r>
              <a:t>You already know AI can help your workflows.</a:t>
            </a:r>
          </a:p>
        </p:txBody>
      </p:sp>
      <p:pic>
        <p:nvPicPr>
          <p:cNvPr id="4" name="Picture 3" descr="siprahu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914400" cy="2647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"AI in business workflows" actually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workflow automation is not the same as basic automation — and conflating the two is how teams waste months building something a scheduled script could have handled.</a:t>
            </a:r>
          </a:p>
          <a:p>
            <a:pPr/>
            <a:r>
              <a:t>Traditional automation, including robotic process automation (RPA) and rule-based logic, handles stable, predictable work.</a:t>
            </a:r>
          </a:p>
          <a:p>
            <a:pPr/>
            <a:r>
              <a:t>If this document arrives, route it here.</a:t>
            </a:r>
          </a:p>
          <a:p>
            <a:pPr/>
            <a:r>
              <a:t>If the field contains a specific value, trigger this action.</a:t>
            </a:r>
          </a:p>
          <a:p>
            <a:pPr/>
            <a:r>
              <a:t>It's fast and reliable — until an exception appears.</a:t>
            </a:r>
          </a:p>
        </p:txBody>
      </p:sp>
      <p:pic>
        <p:nvPicPr>
          <p:cNvPr id="4" name="Picture 3" descr="siprahu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914400" cy="2647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AI in business workflows creates real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highest-value AI workflow opportunities share three characteristics: they involve high-volume repetitive decision-making, they have measurable quality or speed outcomes, and the cost of errors is meaningful to the business.</a:t>
            </a:r>
          </a:p>
          <a:p>
            <a:pPr/>
            <a:r>
              <a:t>Here's where we consistently see strong returns.</a:t>
            </a:r>
          </a:p>
          <a:p>
            <a:pPr/>
            <a:r>
              <a:t>Finance and accounts operations</a:t>
            </a:r>
          </a:p>
          <a:p>
            <a:pPr/>
            <a:r>
              <a:t>Automated invoice processing using ML can reduce manual review burden by 60–80% in enterprise settings.</a:t>
            </a:r>
          </a:p>
          <a:p>
            <a:pPr/>
            <a:r>
              <a:t>Models classify invoices by vendor, category, and amount; flag discrepancies against purchase orders; and route exceptions to the correct approver.</a:t>
            </a:r>
          </a:p>
        </p:txBody>
      </p:sp>
      <p:pic>
        <p:nvPicPr>
          <p:cNvPr id="4" name="Picture 3" descr="siprahu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914400" cy="2647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most workflow AI projects fail before they 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Here's the pattern we see repeatedly.</a:t>
            </a:r>
          </a:p>
          <a:p>
            <a:pPr/>
            <a:r>
              <a:t>A team identifies a painful manual process, builds or buys an AI solution, and runs an impressive demo.</a:t>
            </a:r>
          </a:p>
          <a:p>
            <a:pPr/>
            <a:r>
              <a:t>The production deployment six months later tells a different story.</a:t>
            </a:r>
          </a:p>
          <a:p>
            <a:pPr/>
            <a:r>
              <a:t>According to McKinsey's State of AI research, fewer than 30% of organisations report measurable value from AI at scale — despite most running active AI initiatives.</a:t>
            </a:r>
          </a:p>
          <a:p>
            <a:pPr/>
            <a:r>
              <a:t>The failure points are almost never technological.</a:t>
            </a:r>
          </a:p>
        </p:txBody>
      </p:sp>
      <p:pic>
        <p:nvPicPr>
          <p:cNvPr id="4" name="Picture 3" descr="siprahu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914400" cy="2647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identify which workflows to automate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fastest way to find genuine AI workflow opportunities is to ask three questions in sequence.</a:t>
            </a:r>
          </a:p>
          <a:p>
            <a:pPr/>
            <a:r>
              <a:t>We use these in the discovery phase of every engagement.</a:t>
            </a:r>
          </a:p>
          <a:p>
            <a:pPr/>
            <a:r>
              <a:t>Where are your people spending time they shouldn't be?</a:t>
            </a:r>
          </a:p>
          <a:p>
            <a:pPr/>
            <a:r>
              <a:t>Look for tasks that require intelligence but not creativity.</a:t>
            </a:r>
          </a:p>
          <a:p>
            <a:pPr/>
            <a:r>
              <a:t>Routine report generation.</a:t>
            </a:r>
          </a:p>
        </p:txBody>
      </p:sp>
      <p:pic>
        <p:nvPicPr>
          <p:cNvPr id="4" name="Picture 3" descr="siprahu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914400" cy="2647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production-grade AI workflow implementation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Integration**: Connect to live systems — ERP, CRM, HRMS, ticketing platforms. Not exports to a shared folder reviewed on a schedule.</a:t>
            </a:r>
          </a:p>
          <a:p>
            <a:pPr/>
            <a:r>
              <a:t>Governance**: Define who reviews outputs, what confidence thresholds trigger human escalation, and how exceptions are logged and resolved.</a:t>
            </a:r>
          </a:p>
          <a:p>
            <a:pPr/>
            <a:r>
              <a:t>Monitoring**: Track accuracy, throughput, and error rates from day one via performance dashboards that the business — not just the engineering team — can read.</a:t>
            </a:r>
          </a:p>
          <a:p>
            <a:pPr/>
            <a:r>
              <a:t>Retraining pipeline**: Plan for model drift. Data distributions change over time. A model trained on 2023 invoice data will underperform on 2026 invoice data without retraining.</a:t>
            </a:r>
          </a:p>
          <a:p>
            <a:pPr/>
            <a:r>
              <a:t>User adoption**: Train the people whose workflows change. Build the AI into their actual tools — not as a separate system they have to remember to open.</a:t>
            </a:r>
          </a:p>
        </p:txBody>
      </p:sp>
      <p:pic>
        <p:nvPicPr>
          <p:cNvPr id="4" name="Picture 3" descr="siprahu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914400" cy="2647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model AI workflow ROI before you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"How do we know it's worth building before we spend the money?"</a:t>
            </a:r>
          </a:p>
          <a:p>
            <a:pPr/>
            <a:r>
              <a:t>This is the right question to ask.</a:t>
            </a:r>
          </a:p>
          <a:p>
            <a:pPr/>
            <a:r>
              <a:t>The answer is modelled ROI — a structured estimate built from four inputs you can gather before writing a single line of code.</a:t>
            </a:r>
          </a:p>
          <a:p>
            <a:pPr/>
            <a:r>
              <a:t>Step 1: Baseline the current state.</a:t>
            </a:r>
          </a:p>
          <a:p>
            <a:pPr/>
            <a:r>
              <a:t>How long does the workflow take today?</a:t>
            </a:r>
          </a:p>
        </p:txBody>
      </p:sp>
      <p:pic>
        <p:nvPicPr>
          <p:cNvPr id="4" name="Picture 3" descr="siprahu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914400" cy="2647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bottom line on AI in business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in business workflows creates real value only when the right workflows are chosen — volume, measurability, and downstream consequence are the three filters that matter.</a:t>
            </a:r>
          </a:p>
          <a:p>
            <a:pPr/>
            <a:r>
              <a:t>The three-question framework (where is time wasted, where do errors cost money, where is the outcome measurable) identifies genuine opportunities faster than any technology audit.</a:t>
            </a:r>
          </a:p>
          <a:p>
            <a:pPr/>
            <a:r>
              <a:t>**85% of AI workflow projects fail for reasons unrelated to the model** — prioritisation, data readiness, and production planning account for nearly all of it.</a:t>
            </a:r>
          </a:p>
        </p:txBody>
      </p:sp>
      <p:pic>
        <p:nvPicPr>
          <p:cNvPr id="4" name="Picture 3" descr="siprahu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914400" cy="2647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