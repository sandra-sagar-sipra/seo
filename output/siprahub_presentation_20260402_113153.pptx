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in business workflows: where the real ROI actually hides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Most teams automate the noisiest process first ― budget spent, P&amp;L unchanged six months later</a:t>
            </a:r>
          </a:p>
          <a:p>
            <a:pPr/>
            <a:r>
              <a:t>The real questions: which workflow first, how to build for production, how to measure ROI before you commit</a:t>
            </a:r>
          </a:p>
          <a:p>
            <a:pPr/>
            <a:r>
              <a:t>This deck: high-value opportunities, common failure patterns, what production-grade looks like</a:t>
            </a:r>
          </a:p>
          <a:p>
            <a:pPr/>
            <a:r>
              <a:t>Start with a structured view of opportunities: a free AI workflow audit before any build commitment</a:t>
            </a:r>
          </a:p>
        </p:txBody>
      </p:sp>
      <p:pic>
        <p:nvPicPr>
          <p:cNvPr id="4" name="Picture 3" descr="siprahub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82880"/>
            <a:ext cx="914400" cy="26471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"AI in business workflows" actually means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Classic automation (RPA, rules) is fast until exceptions appear ― then it breaks</a:t>
            </a:r>
          </a:p>
          <a:p>
            <a:pPr/>
            <a:r>
              <a:t>AI handles variability: NLP, ML anomaly detection, RAG for drafts ― without rigid rulebooks</a:t>
            </a:r>
          </a:p>
          <a:p>
            <a:pPr/>
            <a:r>
              <a:t>Use AI where decisions matter: classification, routing, risk flagging, forecasting ― not simple field updates</a:t>
            </a:r>
          </a:p>
          <a:p>
            <a:pPr/>
            <a:r>
              <a:t>That distinction tells you what to evaluate with AI vs what cheaper automation should own</a:t>
            </a:r>
          </a:p>
        </p:txBody>
      </p:sp>
      <p:pic>
        <p:nvPicPr>
          <p:cNvPr id="4" name="Picture 3" descr="siprahub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82880"/>
            <a:ext cx="914400" cy="26471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AI in business workflows creates real ROI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Best bets: high-volume decisions, measurable outcomes, meaningful cost of errors</a:t>
            </a:r>
          </a:p>
          <a:p>
            <a:pPr/>
            <a:r>
              <a:t>Finance: ML on invoices often cuts manual review 60–80%; stronger controls and DPO impact</a:t>
            </a:r>
          </a:p>
          <a:p>
            <a:pPr/>
            <a:r>
              <a:t>Customer operations: triage, co-pilots ― insurance case: −30% resolution time, +45% satisfaction, half the training cost</a:t>
            </a:r>
          </a:p>
          <a:p>
            <a:pPr/>
            <a:r>
              <a:t>Operations: predictive maintenance and demand forecasting ― runs without a permanent data science bench</a:t>
            </a:r>
          </a:p>
        </p:txBody>
      </p:sp>
      <p:pic>
        <p:nvPicPr>
          <p:cNvPr id="4" name="Picture 3" descr="siprahub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82880"/>
            <a:ext cx="914400" cy="26471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most workflow AI projects fail before they 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McKinsey: fewer than 30% of organisations report measurable AI value at scale ― failure is rarely the model alone</a:t>
            </a:r>
          </a:p>
          <a:p>
            <a:pPr/>
            <a:r>
              <a:t>Wrong problem: annoying work automated, not consequential work</a:t>
            </a:r>
          </a:p>
          <a:p>
            <a:pPr/>
            <a:r>
              <a:t>Data immaturity: fragmented, inconsistent sources undermine reliability in production</a:t>
            </a:r>
          </a:p>
          <a:p>
            <a:pPr/>
            <a:r>
              <a:t>No adoption: parallel manual processes return; POC never meets integration, drift, retraining reality</a:t>
            </a:r>
          </a:p>
          <a:p>
            <a:pPr/>
            <a:r>
              <a:t>Double Diamond start: most failures are prioritisation and planning ― not algorithm quality</a:t>
            </a:r>
          </a:p>
        </p:txBody>
      </p:sp>
      <p:pic>
        <p:nvPicPr>
          <p:cNvPr id="4" name="Picture 3" descr="siprahub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82880"/>
            <a:ext cx="914400" cy="26471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to identify which workflows to automate first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1) Where is time spent on intelligence-heavy, low-creativity tasks?</a:t>
            </a:r>
          </a:p>
          <a:p>
            <a:pPr/>
            <a:r>
              <a:t>2) Where do manual errors cascade into cash, churn, or compliance risk?</a:t>
            </a:r>
          </a:p>
          <a:p>
            <a:pPr/>
            <a:r>
              <a:t>3) Where can you measure cycle time, errors, or cost per transaction for a real business case?</a:t>
            </a:r>
          </a:p>
          <a:p>
            <a:pPr/>
            <a:r>
              <a:t>Case: logistics ― exception handling (five systems, four hours each, 300/month) beat delay emails by 1,050 hours/month saved when sequenced right</a:t>
            </a:r>
          </a:p>
        </p:txBody>
      </p:sp>
      <p:pic>
        <p:nvPicPr>
          <p:cNvPr id="4" name="Picture 3" descr="siprahub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82880"/>
            <a:ext cx="914400" cy="26471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production-grade implementation looks like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Production = live data, auditable outputs, monitored accuracy, retraining when distributions shift ― not a demo dataset</a:t>
            </a:r>
          </a:p>
          <a:p>
            <a:pPr/>
            <a:r>
              <a:t>Integrate to ERP, CRM, HRMS, ticketing; define governance and human escalation thresholds</a:t>
            </a:r>
          </a:p>
          <a:p>
            <a:pPr/>
            <a:r>
              <a:t>Dashboards the business reads; plan for drift and pipeline retraining; embed in daily tools</a:t>
            </a:r>
          </a:p>
          <a:p>
            <a:pPr/>
            <a:r>
              <a:t>MLOps and engineering close the gap from stalled POC to reliable production operations</a:t>
            </a:r>
          </a:p>
        </p:txBody>
      </p:sp>
      <p:pic>
        <p:nvPicPr>
          <p:cNvPr id="4" name="Picture 3" descr="siprahub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82880"/>
            <a:ext cx="914400" cy="26471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to model AI workflow ROI before you build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Baseline: time, headcount, loaded cost, monthly volume of the workflow today</a:t>
            </a:r>
          </a:p>
          <a:p>
            <a:pPr/>
            <a:r>
              <a:t>Estimate assisted state with conservative cycle-time improvement (e.g. 50% documents, 30% decision-support)</a:t>
            </a:r>
          </a:p>
          <a:p>
            <a:pPr/>
            <a:r>
              <a:t>Multiply savings × volume × cost; add error-reduction value if quantified</a:t>
            </a:r>
          </a:p>
          <a:p>
            <a:pPr/>
            <a:r>
              <a:t>Payback under 12 months on conservative assumptions ― pursue; else revisit scope or sequencing</a:t>
            </a:r>
          </a:p>
          <a:p>
            <a:pPr/>
            <a:r>
              <a:t>Gartner: strong AI ROI outcomes correlate with structured pre-build business case modelling</a:t>
            </a:r>
          </a:p>
        </p:txBody>
      </p:sp>
      <p:pic>
        <p:nvPicPr>
          <p:cNvPr id="4" name="Picture 3" descr="siprahub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82880"/>
            <a:ext cx="914400" cy="26471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bottom line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Impact comes from right workflow + production standard + adoption ― not slide decks alone</a:t>
            </a:r>
          </a:p>
          <a:p>
            <a:pPr/>
            <a:r>
              <a:t>Healthcare example: referral routing −91% misroutes, three days to four hours; Phase 2 funded on proof</a:t>
            </a:r>
          </a:p>
          <a:p>
            <a:pPr/>
            <a:r>
              <a:t>Remember: volume, measurability, downstream consequence ― most “model failures” are scoping failures</a:t>
            </a:r>
          </a:p>
          <a:p>
            <a:pPr/>
            <a:r>
              <a:t>Next step: free AI Workflow Audit ― honest priorities, realistic build path, no commitment</a:t>
            </a:r>
          </a:p>
        </p:txBody>
      </p:sp>
      <p:pic>
        <p:nvPicPr>
          <p:cNvPr id="4" name="Picture 3" descr="siprahub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82880"/>
            <a:ext cx="914400" cy="26471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